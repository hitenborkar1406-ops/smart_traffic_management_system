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Oswald" panose="020F0502020204030204" pitchFamily="2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15" roundtripDataSignature="AMtx7mgJ981gciAkakxYMNF0g1tVV9d/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62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8150" y="-13500"/>
            <a:ext cx="12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2458925" y="1549550"/>
            <a:ext cx="742020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684225" y="1576675"/>
            <a:ext cx="103632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200" b="1">
                <a:solidFill>
                  <a:srgbClr val="FF9900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VIKASIT NAGPUR HACKATHON 2026</a:t>
            </a:r>
            <a:endParaRPr sz="3200" b="1">
              <a:solidFill>
                <a:srgbClr val="FF9900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31275" y="2307750"/>
            <a:ext cx="10445582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0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Name: Smart Traffic Management System for Uneven Traffic Distribution</a:t>
            </a:r>
          </a:p>
          <a:p>
            <a:pPr marL="3420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Team name : Team </a:t>
            </a:r>
            <a:r>
              <a:rPr lang="en-US" sz="1800" dirty="0" err="1">
                <a:solidFill>
                  <a:schemeClr val="dk1"/>
                </a:solidFill>
              </a:rPr>
              <a:t>TechnoVision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0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Theme: Smart City – Traffic Management</a:t>
            </a:r>
            <a:endParaRPr dirty="0"/>
          </a:p>
          <a:p>
            <a:pPr marL="3420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Statement: Uneven Distribution of Traffic Over Planning Authority's Jurisdiction</a:t>
            </a:r>
            <a:endParaRPr dirty="0"/>
          </a:p>
          <a:p>
            <a:pPr marL="3420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Expected Solution: Traffic Management for Peak Hours (9 AM–12 Noon &amp; 4–7 PM)</a:t>
            </a:r>
            <a:endParaRPr dirty="0"/>
          </a:p>
          <a:p>
            <a:pPr marL="3420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Designed Solution: SUMO + ML-Based Smart Traffic Management for a Nagpur Corridor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 title="Screenshot 2026-08-05 at 12.29.40 PM.png"/>
          <p:cNvPicPr preferRelativeResize="0"/>
          <p:nvPr/>
        </p:nvPicPr>
        <p:blipFill rotWithShape="1">
          <a:blip r:embed="rId5">
            <a:alphaModFix/>
          </a:blip>
          <a:srcRect l="289"/>
          <a:stretch/>
        </p:blipFill>
        <p:spPr>
          <a:xfrm>
            <a:off x="792850" y="5298600"/>
            <a:ext cx="10406175" cy="135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3600" b="1">
              <a:solidFill>
                <a:schemeClr val="accent6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025656" y="1907573"/>
            <a:ext cx="95361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sng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Simulation-Based Smart Traffic Management for Uneven Traffic Distribution</a:t>
            </a:r>
            <a:endParaRPr sz="1800" b="0" i="0" u="sng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800" b="0" i="0" u="sng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SUMO simulation of a Nagpur road corridor modelling real traffic demand for the 9 AM–12 Noon and 4–7 PM peak windows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Identifies overloaded vs. underutilized roads and tests strategies to redistribute traffic across the corridor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ML-based congestion classification (Low/Medium/High) combined with peak-period-wise KPI comparison, not just signal control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Delivers a KPI dashboard (delay, queue length, travel time, throughput) to recommend the best strategy per peak period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Vikasit Nagpur Hackathon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2792150" y="1442025"/>
            <a:ext cx="61404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400" b="1" i="0" u="none" strike="noStrike" cap="none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sz="2400" b="0" i="0" u="none" strike="noStrike" cap="none">
              <a:solidFill>
                <a:schemeClr val="accent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5" name="Google Shape;10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3036D3-F2F2-40B0-E49D-FB5EA5BBE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9057" y="4511967"/>
            <a:ext cx="4942115" cy="22095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3493825" y="1537451"/>
            <a:ext cx="40830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609600" y="2338800"/>
            <a:ext cx="88284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Python, SUMO with TraCI, OpenStreetMap (OSM), Pandas &amp; NumPy, Matplotlib/Streamlit, ML-based classification model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pipeline (see diagram below), run separately for the 9 AM–12 Noon and 4–7 PM peak windows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Pipeline Diagram"/>
          <p:cNvPicPr preferRelativeResize="0"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536" y="3517504"/>
            <a:ext cx="9000000" cy="8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415BC8-AD2D-94A6-E782-6F53E8326C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142" y="4446958"/>
            <a:ext cx="4002393" cy="21890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A84343-2F43-6860-204C-C3ED04E642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3240" y="4371649"/>
            <a:ext cx="4902760" cy="22921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>
            <a:spLocks noGrp="1"/>
          </p:cNvSpPr>
          <p:nvPr>
            <p:ph type="title"/>
          </p:nvPr>
        </p:nvSpPr>
        <p:spPr>
          <a:xfrm>
            <a:off x="534983" y="1277799"/>
            <a:ext cx="109728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IMPLEMENTATION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396395" y="1937656"/>
            <a:ext cx="5535361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Baseline simulation captures vehicle count, speed, queue length, waiting time &amp; travel time to flag congested roads/intersections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real-world traffic-demand data; calibrating the SUMO network to actual Nagpur corridor conditions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OSM + available traffic observations with iterative calibration; scope scenarios tightly to the selected corridor &amp; peak windows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Vikasit Nagpur Hackathon 2026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4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Practical Cards"/>
          <p:cNvPicPr preferRelativeResize="0"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83" y="4234789"/>
            <a:ext cx="5535361" cy="1098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0B8289-CF91-EC2B-E718-BC597BD83B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246" y="1937656"/>
            <a:ext cx="5708621" cy="42998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>
            <a:spLocks noGrp="1"/>
          </p:cNvSpPr>
          <p:nvPr>
            <p:ph type="title"/>
          </p:nvPr>
        </p:nvSpPr>
        <p:spPr>
          <a:xfrm>
            <a:off x="3646714" y="1277799"/>
            <a:ext cx="47244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1493650" y="2119996"/>
            <a:ext cx="852522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congestion, shorter queues &amp; lower travel time for commuters; data-backed decisions for the planning authority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SDG 11 (Sustainable Cities), SDG 9 (Industry &amp; Innovation) and SDG 13 (Climate Action) via reduced idling emissions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6" name="Google Shape;136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Vikasit Nagpur Hackathon 2026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7" name="Google Shape;13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SDG Badges"/>
          <p:cNvPicPr preferRelativeResize="0"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66458"/>
            <a:ext cx="4013344" cy="1447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EB4987-1C90-583D-11CA-C88371DFB8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8613" y="3491383"/>
            <a:ext cx="7253021" cy="2864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3521528" y="1277799"/>
            <a:ext cx="5148943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2400">
              <a:solidFill>
                <a:schemeClr val="accent6"/>
              </a:solidFill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892628" y="2098577"/>
            <a:ext cx="93853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K. Riehl, A. Kouvelas &amp; M. Makridis, “sumoITScontrol: Traffic Controller Collection for SUMO,” arXiv:2604.23240,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F. Ren et al., “Two-layer coordinated reinforcement learning for traffic signal control,” Expert Systems with Applications, vol. 235, 2024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Guastella et al., “Traffic Modeling with SUMO: A Tutorial,” arXiv:2304.05982, 2023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K. Mehta, K. Raj &amp; K. Brahmbhatt, “ML solutions for adaptive traffic signal control: A review,” WJAETS, vol. 13, no. 1, 2024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OpenStreetMap contributors — road network data for the selected Nagpur corridor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Vikasit Nagpur 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300" y="0"/>
            <a:ext cx="1701677" cy="15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6" title="Screenshot 2026-08-05 at 12.39.2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000" y="103900"/>
            <a:ext cx="5981527" cy="12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454</Words>
  <Application>Microsoft Office PowerPoint</Application>
  <PresentationFormat>Widescreen</PresentationFormat>
  <Paragraphs>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Times New Roman</vt:lpstr>
      <vt:lpstr>Oswald</vt:lpstr>
      <vt:lpstr>Office Theme</vt:lpstr>
      <vt:lpstr>VIKASIT NAGPUR HACKATHON 2026</vt:lpstr>
      <vt:lpstr>  </vt:lpstr>
      <vt:lpstr>TECHNICAL APPROACH</vt:lpstr>
      <vt:lpstr>PRACTICAL IMPLEMENTATION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VIKASIT NAGPUR HACKATHON 2026</dc:title>
  <dc:creator>Crowdfunder</dc:creator>
  <cp:lastModifiedBy>Khilendra Porgade</cp:lastModifiedBy>
  <cp:revision>5</cp:revision>
  <dcterms:created xsi:type="dcterms:W3CDTF">2013-12-12T18:46:50Z</dcterms:created>
  <dcterms:modified xsi:type="dcterms:W3CDTF">2026-08-18T06:22:29Z</dcterms:modified>
</cp:coreProperties>
</file>