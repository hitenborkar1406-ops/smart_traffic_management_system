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1DCF4C-4497-4EDA-80A9-9A751A2BB853}" v="8" dt="2026-09-15T04:04:49.1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DAVID" userId="4a1b66f6c5629c64" providerId="LiveId" clId="{D1A30E2C-8F4F-44BD-8A59-DB833D087E40}"/>
    <pc:docChg chg="custSel delSld modSld">
      <pc:chgData name="ISAAC DAVID" userId="4a1b66f6c5629c64" providerId="LiveId" clId="{D1A30E2C-8F4F-44BD-8A59-DB833D087E40}" dt="2026-09-15T04:04:57.934" v="95"/>
      <pc:docMkLst>
        <pc:docMk/>
      </pc:docMkLst>
      <pc:sldChg chg="addSp delSp modSp mod">
        <pc:chgData name="ISAAC DAVID" userId="4a1b66f6c5629c64" providerId="LiveId" clId="{D1A30E2C-8F4F-44BD-8A59-DB833D087E40}" dt="2026-09-15T03:38:47.646" v="46" actId="14100"/>
        <pc:sldMkLst>
          <pc:docMk/>
          <pc:sldMk cId="0" sldId="256"/>
        </pc:sldMkLst>
        <pc:spChg chg="mod">
          <ac:chgData name="ISAAC DAVID" userId="4a1b66f6c5629c64" providerId="LiveId" clId="{D1A30E2C-8F4F-44BD-8A59-DB833D087E40}" dt="2026-09-15T03:34:24.727" v="26" actId="113"/>
          <ac:spMkLst>
            <pc:docMk/>
            <pc:sldMk cId="0" sldId="256"/>
            <ac:spMk id="2" creationId="{2862928D-1D55-6942-79C7-EF40B6E5D694}"/>
          </ac:spMkLst>
        </pc:spChg>
        <pc:spChg chg="mod">
          <ac:chgData name="ISAAC DAVID" userId="4a1b66f6c5629c64" providerId="LiveId" clId="{D1A30E2C-8F4F-44BD-8A59-DB833D087E40}" dt="2026-09-15T03:38:47.646" v="46" actId="14100"/>
          <ac:spMkLst>
            <pc:docMk/>
            <pc:sldMk cId="0" sldId="256"/>
            <ac:spMk id="15" creationId="{9DFFB57C-E738-BEAA-4EC8-00AACFA7EA91}"/>
          </ac:spMkLst>
        </pc:spChg>
        <pc:spChg chg="add del mod">
          <ac:chgData name="ISAAC DAVID" userId="4a1b66f6c5629c64" providerId="LiveId" clId="{D1A30E2C-8F4F-44BD-8A59-DB833D087E40}" dt="2026-09-15T03:32:12.664" v="13"/>
          <ac:spMkLst>
            <pc:docMk/>
            <pc:sldMk cId="0" sldId="256"/>
            <ac:spMk id="17" creationId="{912FDBDA-3E72-759D-9E43-9F873E3C3014}"/>
          </ac:spMkLst>
        </pc:spChg>
        <pc:picChg chg="mod">
          <ac:chgData name="ISAAC DAVID" userId="4a1b66f6c5629c64" providerId="LiveId" clId="{D1A30E2C-8F4F-44BD-8A59-DB833D087E40}" dt="2026-09-15T03:38:26.411" v="42" actId="1076"/>
          <ac:picMkLst>
            <pc:docMk/>
            <pc:sldMk cId="0" sldId="256"/>
            <ac:picMk id="16" creationId="{00000000-0000-0000-0000-000000000000}"/>
          </ac:picMkLst>
        </pc:picChg>
      </pc:sldChg>
      <pc:sldChg chg="addSp delSp modSp mod">
        <pc:chgData name="ISAAC DAVID" userId="4a1b66f6c5629c64" providerId="LiveId" clId="{D1A30E2C-8F4F-44BD-8A59-DB833D087E40}" dt="2026-09-15T04:04:57.934" v="95"/>
        <pc:sldMkLst>
          <pc:docMk/>
          <pc:sldMk cId="0" sldId="257"/>
        </pc:sldMkLst>
        <pc:spChg chg="mod">
          <ac:chgData name="ISAAC DAVID" userId="4a1b66f6c5629c64" providerId="LiveId" clId="{D1A30E2C-8F4F-44BD-8A59-DB833D087E40}" dt="2026-09-15T03:33:07.157" v="15" actId="113"/>
          <ac:spMkLst>
            <pc:docMk/>
            <pc:sldMk cId="0" sldId="257"/>
            <ac:spMk id="2" creationId="{D97ED809-911D-EE83-D82C-DE2B426C18A1}"/>
          </ac:spMkLst>
        </pc:spChg>
        <pc:spChg chg="mod">
          <ac:chgData name="ISAAC DAVID" userId="4a1b66f6c5629c64" providerId="LiveId" clId="{D1A30E2C-8F4F-44BD-8A59-DB833D087E40}" dt="2026-09-15T03:38:55.686" v="47" actId="14100"/>
          <ac:spMkLst>
            <pc:docMk/>
            <pc:sldMk cId="0" sldId="257"/>
            <ac:spMk id="12" creationId="{61BE7F1A-E94A-C0E7-B4F8-40BF5D4B8A7E}"/>
          </ac:spMkLst>
        </pc:spChg>
        <pc:spChg chg="mod">
          <ac:chgData name="ISAAC DAVID" userId="4a1b66f6c5629c64" providerId="LiveId" clId="{D1A30E2C-8F4F-44BD-8A59-DB833D087E40}" dt="2026-09-15T03:55:54.921" v="84" actId="20577"/>
          <ac:spMkLst>
            <pc:docMk/>
            <pc:sldMk cId="0" sldId="257"/>
            <ac:spMk id="13" creationId="{53DB2B53-8CDB-4771-6FA2-93E9030BC4EC}"/>
          </ac:spMkLst>
        </pc:spChg>
        <pc:spChg chg="add del mod">
          <ac:chgData name="ISAAC DAVID" userId="4a1b66f6c5629c64" providerId="LiveId" clId="{D1A30E2C-8F4F-44BD-8A59-DB833D087E40}" dt="2026-09-15T04:04:10.239" v="88"/>
          <ac:spMkLst>
            <pc:docMk/>
            <pc:sldMk cId="0" sldId="257"/>
            <ac:spMk id="14" creationId="{09E6AC95-645C-6EED-7D42-7597C3E26EF0}"/>
          </ac:spMkLst>
        </pc:spChg>
        <pc:spChg chg="add del mod">
          <ac:chgData name="ISAAC DAVID" userId="4a1b66f6c5629c64" providerId="LiveId" clId="{D1A30E2C-8F4F-44BD-8A59-DB833D087E40}" dt="2026-09-15T04:04:57.934" v="95"/>
          <ac:spMkLst>
            <pc:docMk/>
            <pc:sldMk cId="0" sldId="257"/>
            <ac:spMk id="15" creationId="{421C1A59-CF06-337B-A558-2B043A2BA966}"/>
          </ac:spMkLst>
        </pc:spChg>
        <pc:spChg chg="add del mod">
          <ac:chgData name="ISAAC DAVID" userId="4a1b66f6c5629c64" providerId="LiveId" clId="{D1A30E2C-8F4F-44BD-8A59-DB833D087E40}" dt="2026-09-15T04:04:57.934" v="93" actId="478"/>
          <ac:spMkLst>
            <pc:docMk/>
            <pc:sldMk cId="0" sldId="257"/>
            <ac:spMk id="16" creationId="{A3F65277-7811-B4DF-561C-AE848AE877BE}"/>
          </ac:spMkLst>
        </pc:spChg>
        <pc:picChg chg="mod">
          <ac:chgData name="ISAAC DAVID" userId="4a1b66f6c5629c64" providerId="LiveId" clId="{D1A30E2C-8F4F-44BD-8A59-DB833D087E40}" dt="2026-09-15T04:04:14.684" v="89" actId="1076"/>
          <ac:picMkLst>
            <pc:docMk/>
            <pc:sldMk cId="0" sldId="257"/>
            <ac:picMk id="11" creationId="{00000000-0000-0000-0000-000000000000}"/>
          </ac:picMkLst>
        </pc:picChg>
      </pc:sldChg>
      <pc:sldChg chg="modSp mod">
        <pc:chgData name="ISAAC DAVID" userId="4a1b66f6c5629c64" providerId="LiveId" clId="{D1A30E2C-8F4F-44BD-8A59-DB833D087E40}" dt="2026-09-15T03:38:20.650" v="41" actId="14100"/>
        <pc:sldMkLst>
          <pc:docMk/>
          <pc:sldMk cId="0" sldId="258"/>
        </pc:sldMkLst>
        <pc:spChg chg="mod">
          <ac:chgData name="ISAAC DAVID" userId="4a1b66f6c5629c64" providerId="LiveId" clId="{D1A30E2C-8F4F-44BD-8A59-DB833D087E40}" dt="2026-09-15T03:36:39.001" v="28" actId="113"/>
          <ac:spMkLst>
            <pc:docMk/>
            <pc:sldMk cId="0" sldId="258"/>
            <ac:spMk id="2" creationId="{7F2F8DD9-3A0D-0D58-C6C3-A62DB6663AE2}"/>
          </ac:spMkLst>
        </pc:spChg>
        <pc:spChg chg="mod">
          <ac:chgData name="ISAAC DAVID" userId="4a1b66f6c5629c64" providerId="LiveId" clId="{D1A30E2C-8F4F-44BD-8A59-DB833D087E40}" dt="2026-09-15T03:38:20.650" v="41" actId="14100"/>
          <ac:spMkLst>
            <pc:docMk/>
            <pc:sldMk cId="0" sldId="258"/>
            <ac:spMk id="27" creationId="{143C2011-1D8A-35BB-E0AD-8210F8CED3B4}"/>
          </ac:spMkLst>
        </pc:spChg>
      </pc:sldChg>
      <pc:sldChg chg="modSp mod">
        <pc:chgData name="ISAAC DAVID" userId="4a1b66f6c5629c64" providerId="LiveId" clId="{D1A30E2C-8F4F-44BD-8A59-DB833D087E40}" dt="2026-09-15T03:39:07.272" v="48" actId="14100"/>
        <pc:sldMkLst>
          <pc:docMk/>
          <pc:sldMk cId="0" sldId="259"/>
        </pc:sldMkLst>
        <pc:spChg chg="mod">
          <ac:chgData name="ISAAC DAVID" userId="4a1b66f6c5629c64" providerId="LiveId" clId="{D1A30E2C-8F4F-44BD-8A59-DB833D087E40}" dt="2026-09-15T03:37:50.346" v="37" actId="113"/>
          <ac:spMkLst>
            <pc:docMk/>
            <pc:sldMk cId="0" sldId="259"/>
            <ac:spMk id="2" creationId="{3C098116-FEE3-4C0A-902E-0FA60F759063}"/>
          </ac:spMkLst>
        </pc:spChg>
        <pc:spChg chg="mod">
          <ac:chgData name="ISAAC DAVID" userId="4a1b66f6c5629c64" providerId="LiveId" clId="{D1A30E2C-8F4F-44BD-8A59-DB833D087E40}" dt="2026-09-14T15:33:07.921" v="4" actId="122"/>
          <ac:spMkLst>
            <pc:docMk/>
            <pc:sldMk cId="0" sldId="259"/>
            <ac:spMk id="10" creationId="{00000000-0000-0000-0000-000000000000}"/>
          </ac:spMkLst>
        </pc:spChg>
        <pc:spChg chg="mod">
          <ac:chgData name="ISAAC DAVID" userId="4a1b66f6c5629c64" providerId="LiveId" clId="{D1A30E2C-8F4F-44BD-8A59-DB833D087E40}" dt="2026-09-14T15:34:40.969" v="9" actId="122"/>
          <ac:spMkLst>
            <pc:docMk/>
            <pc:sldMk cId="0" sldId="259"/>
            <ac:spMk id="16" creationId="{00000000-0000-0000-0000-000000000000}"/>
          </ac:spMkLst>
        </pc:spChg>
        <pc:spChg chg="mod">
          <ac:chgData name="ISAAC DAVID" userId="4a1b66f6c5629c64" providerId="LiveId" clId="{D1A30E2C-8F4F-44BD-8A59-DB833D087E40}" dt="2026-09-14T15:33:10.128" v="5" actId="122"/>
          <ac:spMkLst>
            <pc:docMk/>
            <pc:sldMk cId="0" sldId="259"/>
            <ac:spMk id="22" creationId="{00000000-0000-0000-0000-000000000000}"/>
          </ac:spMkLst>
        </pc:spChg>
        <pc:spChg chg="mod">
          <ac:chgData name="ISAAC DAVID" userId="4a1b66f6c5629c64" providerId="LiveId" clId="{D1A30E2C-8F4F-44BD-8A59-DB833D087E40}" dt="2026-09-15T03:39:07.272" v="48" actId="14100"/>
          <ac:spMkLst>
            <pc:docMk/>
            <pc:sldMk cId="0" sldId="259"/>
            <ac:spMk id="31" creationId="{5AE153C0-6C0D-25CC-2189-DF5990F927DE}"/>
          </ac:spMkLst>
        </pc:spChg>
        <pc:picChg chg="mod">
          <ac:chgData name="ISAAC DAVID" userId="4a1b66f6c5629c64" providerId="LiveId" clId="{D1A30E2C-8F4F-44BD-8A59-DB833D087E40}" dt="2026-09-15T03:37:53.684" v="38" actId="1036"/>
          <ac:picMkLst>
            <pc:docMk/>
            <pc:sldMk cId="0" sldId="259"/>
            <ac:picMk id="30" creationId="{00000000-0000-0000-0000-000000000000}"/>
          </ac:picMkLst>
        </pc:picChg>
      </pc:sldChg>
      <pc:sldChg chg="modSp mod">
        <pc:chgData name="ISAAC DAVID" userId="4a1b66f6c5629c64" providerId="LiveId" clId="{D1A30E2C-8F4F-44BD-8A59-DB833D087E40}" dt="2026-09-15T03:39:27.955" v="52" actId="113"/>
        <pc:sldMkLst>
          <pc:docMk/>
          <pc:sldMk cId="0" sldId="260"/>
        </pc:sldMkLst>
        <pc:spChg chg="mod">
          <ac:chgData name="ISAAC DAVID" userId="4a1b66f6c5629c64" providerId="LiveId" clId="{D1A30E2C-8F4F-44BD-8A59-DB833D087E40}" dt="2026-09-15T03:39:21.361" v="50" actId="113"/>
          <ac:spMkLst>
            <pc:docMk/>
            <pc:sldMk cId="0" sldId="260"/>
            <ac:spMk id="2" creationId="{DC255616-9256-5D72-3A74-88AC8B2F3DA8}"/>
          </ac:spMkLst>
        </pc:spChg>
        <pc:spChg chg="mod">
          <ac:chgData name="ISAAC DAVID" userId="4a1b66f6c5629c64" providerId="LiveId" clId="{D1A30E2C-8F4F-44BD-8A59-DB833D087E40}" dt="2026-09-15T03:39:27.955" v="52" actId="113"/>
          <ac:spMkLst>
            <pc:docMk/>
            <pc:sldMk cId="0" sldId="260"/>
            <ac:spMk id="23" creationId="{9321640B-2D64-A60C-C236-6D8DE32C2C5C}"/>
          </ac:spMkLst>
        </pc:spChg>
      </pc:sldChg>
      <pc:sldChg chg="modSp mod">
        <pc:chgData name="ISAAC DAVID" userId="4a1b66f6c5629c64" providerId="LiveId" clId="{D1A30E2C-8F4F-44BD-8A59-DB833D087E40}" dt="2026-09-15T03:39:50.379" v="57" actId="14100"/>
        <pc:sldMkLst>
          <pc:docMk/>
          <pc:sldMk cId="0" sldId="261"/>
        </pc:sldMkLst>
        <pc:spChg chg="mod">
          <ac:chgData name="ISAAC DAVID" userId="4a1b66f6c5629c64" providerId="LiveId" clId="{D1A30E2C-8F4F-44BD-8A59-DB833D087E40}" dt="2026-09-15T03:33:20.805" v="17" actId="113"/>
          <ac:spMkLst>
            <pc:docMk/>
            <pc:sldMk cId="0" sldId="261"/>
            <ac:spMk id="2" creationId="{0D45CDAC-A286-0399-9C4F-BC7A448E0FB2}"/>
          </ac:spMkLst>
        </pc:spChg>
        <pc:spChg chg="mod">
          <ac:chgData name="ISAAC DAVID" userId="4a1b66f6c5629c64" providerId="LiveId" clId="{D1A30E2C-8F4F-44BD-8A59-DB833D087E40}" dt="2026-09-15T03:39:42.976" v="55" actId="113"/>
          <ac:spMkLst>
            <pc:docMk/>
            <pc:sldMk cId="0" sldId="261"/>
            <ac:spMk id="35" creationId="{DAA0EEDB-E5F9-1616-95BA-A38EC419DE68}"/>
          </ac:spMkLst>
        </pc:spChg>
        <pc:picChg chg="mod">
          <ac:chgData name="ISAAC DAVID" userId="4a1b66f6c5629c64" providerId="LiveId" clId="{D1A30E2C-8F4F-44BD-8A59-DB833D087E40}" dt="2026-09-15T03:39:50.379" v="57" actId="14100"/>
          <ac:picMkLst>
            <pc:docMk/>
            <pc:sldMk cId="0" sldId="261"/>
            <ac:picMk id="34" creationId="{00000000-0000-0000-0000-000000000000}"/>
          </ac:picMkLst>
        </pc:picChg>
      </pc:sldChg>
      <pc:sldChg chg="modSp mod">
        <pc:chgData name="ISAAC DAVID" userId="4a1b66f6c5629c64" providerId="LiveId" clId="{D1A30E2C-8F4F-44BD-8A59-DB833D087E40}" dt="2026-09-15T03:40:32.920" v="62" actId="113"/>
        <pc:sldMkLst>
          <pc:docMk/>
          <pc:sldMk cId="0" sldId="262"/>
        </pc:sldMkLst>
        <pc:spChg chg="mod">
          <ac:chgData name="ISAAC DAVID" userId="4a1b66f6c5629c64" providerId="LiveId" clId="{D1A30E2C-8F4F-44BD-8A59-DB833D087E40}" dt="2026-09-15T03:40:32.920" v="62" actId="113"/>
          <ac:spMkLst>
            <pc:docMk/>
            <pc:sldMk cId="0" sldId="262"/>
            <ac:spMk id="2" creationId="{EC5D6141-D94F-E2E0-84BE-38E52F2FA9C0}"/>
          </ac:spMkLst>
        </pc:spChg>
        <pc:spChg chg="mod">
          <ac:chgData name="ISAAC DAVID" userId="4a1b66f6c5629c64" providerId="LiveId" clId="{D1A30E2C-8F4F-44BD-8A59-DB833D087E40}" dt="2026-09-15T03:40:26.059" v="61" actId="113"/>
          <ac:spMkLst>
            <pc:docMk/>
            <pc:sldMk cId="0" sldId="262"/>
            <ac:spMk id="25" creationId="{74245B93-7CE8-1AD4-A260-83C91C2BF2E0}"/>
          </ac:spMkLst>
        </pc:spChg>
        <pc:picChg chg="mod">
          <ac:chgData name="ISAAC DAVID" userId="4a1b66f6c5629c64" providerId="LiveId" clId="{D1A30E2C-8F4F-44BD-8A59-DB833D087E40}" dt="2026-09-15T03:40:00.628" v="58" actId="1076"/>
          <ac:picMkLst>
            <pc:docMk/>
            <pc:sldMk cId="0" sldId="262"/>
            <ac:picMk id="24" creationId="{00000000-0000-0000-0000-000000000000}"/>
          </ac:picMkLst>
        </pc:picChg>
      </pc:sldChg>
      <pc:sldChg chg="modSp mod">
        <pc:chgData name="ISAAC DAVID" userId="4a1b66f6c5629c64" providerId="LiveId" clId="{D1A30E2C-8F4F-44BD-8A59-DB833D087E40}" dt="2026-09-15T03:41:03.108" v="65" actId="113"/>
        <pc:sldMkLst>
          <pc:docMk/>
          <pc:sldMk cId="0" sldId="263"/>
        </pc:sldMkLst>
        <pc:spChg chg="mod">
          <ac:chgData name="ISAAC DAVID" userId="4a1b66f6c5629c64" providerId="LiveId" clId="{D1A30E2C-8F4F-44BD-8A59-DB833D087E40}" dt="2026-09-15T03:41:03.108" v="65" actId="113"/>
          <ac:spMkLst>
            <pc:docMk/>
            <pc:sldMk cId="0" sldId="263"/>
            <ac:spMk id="2" creationId="{C2AACFA7-2851-0665-DD83-AC85D79F55A2}"/>
          </ac:spMkLst>
        </pc:spChg>
        <pc:spChg chg="mod">
          <ac:chgData name="ISAAC DAVID" userId="4a1b66f6c5629c64" providerId="LiveId" clId="{D1A30E2C-8F4F-44BD-8A59-DB833D087E40}" dt="2026-09-14T15:32:20.508" v="0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ISAAC DAVID" userId="4a1b66f6c5629c64" providerId="LiveId" clId="{D1A30E2C-8F4F-44BD-8A59-DB833D087E40}" dt="2026-09-15T03:40:59.850" v="64" actId="113"/>
          <ac:spMkLst>
            <pc:docMk/>
            <pc:sldMk cId="0" sldId="263"/>
            <ac:spMk id="15" creationId="{5C70415D-0B83-D7C2-E48E-5EEB3AAB3886}"/>
          </ac:spMkLst>
        </pc:spChg>
        <pc:picChg chg="mod">
          <ac:chgData name="ISAAC DAVID" userId="4a1b66f6c5629c64" providerId="LiveId" clId="{D1A30E2C-8F4F-44BD-8A59-DB833D087E40}" dt="2026-09-14T15:32:28.585" v="1" actId="1076"/>
          <ac:picMkLst>
            <pc:docMk/>
            <pc:sldMk cId="0" sldId="263"/>
            <ac:picMk id="16" creationId="{00000000-0000-0000-0000-000000000000}"/>
          </ac:picMkLst>
        </pc:picChg>
      </pc:sldChg>
      <pc:sldChg chg="modSp mod">
        <pc:chgData name="ISAAC DAVID" userId="4a1b66f6c5629c64" providerId="LiveId" clId="{D1A30E2C-8F4F-44BD-8A59-DB833D087E40}" dt="2026-09-15T03:41:29.343" v="68" actId="113"/>
        <pc:sldMkLst>
          <pc:docMk/>
          <pc:sldMk cId="0" sldId="264"/>
        </pc:sldMkLst>
        <pc:spChg chg="mod">
          <ac:chgData name="ISAAC DAVID" userId="4a1b66f6c5629c64" providerId="LiveId" clId="{D1A30E2C-8F4F-44BD-8A59-DB833D087E40}" dt="2026-09-15T03:41:29.343" v="68" actId="113"/>
          <ac:spMkLst>
            <pc:docMk/>
            <pc:sldMk cId="0" sldId="264"/>
            <ac:spMk id="2" creationId="{F1ABD6E0-CBD8-4791-61C6-D97948AE6BF4}"/>
          </ac:spMkLst>
        </pc:spChg>
        <pc:spChg chg="mod">
          <ac:chgData name="ISAAC DAVID" userId="4a1b66f6c5629c64" providerId="LiveId" clId="{D1A30E2C-8F4F-44BD-8A59-DB833D087E40}" dt="2026-09-15T03:41:25.122" v="67" actId="113"/>
          <ac:spMkLst>
            <pc:docMk/>
            <pc:sldMk cId="0" sldId="264"/>
            <ac:spMk id="14" creationId="{E72EC72B-D82C-A37B-C397-C5AB8FCC64F2}"/>
          </ac:spMkLst>
        </pc:spChg>
      </pc:sldChg>
      <pc:sldChg chg="modSp mod">
        <pc:chgData name="ISAAC DAVID" userId="4a1b66f6c5629c64" providerId="LiveId" clId="{D1A30E2C-8F4F-44BD-8A59-DB833D087E40}" dt="2026-09-15T03:41:50.265" v="71" actId="113"/>
        <pc:sldMkLst>
          <pc:docMk/>
          <pc:sldMk cId="0" sldId="265"/>
        </pc:sldMkLst>
        <pc:spChg chg="mod">
          <ac:chgData name="ISAAC DAVID" userId="4a1b66f6c5629c64" providerId="LiveId" clId="{D1A30E2C-8F4F-44BD-8A59-DB833D087E40}" dt="2026-09-15T03:41:50.265" v="71" actId="113"/>
          <ac:spMkLst>
            <pc:docMk/>
            <pc:sldMk cId="0" sldId="265"/>
            <ac:spMk id="2" creationId="{3CBE3AB6-41CD-8145-EDA5-A4D3337953B2}"/>
          </ac:spMkLst>
        </pc:spChg>
        <pc:spChg chg="mod">
          <ac:chgData name="ISAAC DAVID" userId="4a1b66f6c5629c64" providerId="LiveId" clId="{D1A30E2C-8F4F-44BD-8A59-DB833D087E40}" dt="2026-09-15T03:41:47.200" v="70" actId="113"/>
          <ac:spMkLst>
            <pc:docMk/>
            <pc:sldMk cId="0" sldId="265"/>
            <ac:spMk id="12" creationId="{36D9717F-8DE9-7AF0-016C-2F9DD4FD6829}"/>
          </ac:spMkLst>
        </pc:spChg>
      </pc:sldChg>
      <pc:sldChg chg="delSp del mod">
        <pc:chgData name="ISAAC DAVID" userId="4a1b66f6c5629c64" providerId="LiveId" clId="{D1A30E2C-8F4F-44BD-8A59-DB833D087E40}" dt="2026-09-14T15:34:14.701" v="7" actId="2696"/>
        <pc:sldMkLst>
          <pc:docMk/>
          <pc:sldMk cId="0" sldId="266"/>
        </pc:sldMkLst>
        <pc:picChg chg="del">
          <ac:chgData name="ISAAC DAVID" userId="4a1b66f6c5629c64" providerId="LiveId" clId="{D1A30E2C-8F4F-44BD-8A59-DB833D087E40}" dt="2026-09-14T15:33:45.104" v="6" actId="478"/>
          <ac:picMkLst>
            <pc:docMk/>
            <pc:sldMk cId="0" sldId="266"/>
            <ac:picMk id="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5EEE9-927C-4F7B-9E5F-A712804530A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8205E1-D032-4AA9-B5D5-69690057A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89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8205E1-D032-4AA9-B5D5-69690057A2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6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E442-7E1B-4AB5-9AF0-E6862D047267}" type="datetime3">
              <a:rPr lang="en-US" smtClean="0"/>
              <a:t>15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34165-6AA8-498F-974F-DDA5DDBAB17F}" type="datetime3">
              <a:rPr lang="en-US" smtClean="0"/>
              <a:t>15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B80C7-FCBC-4B18-A4E4-3DC5B72794C4}" type="datetime3">
              <a:rPr lang="en-US" smtClean="0"/>
              <a:t>15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1A5AE-F2D9-4054-AC23-4700FBB284AC}" type="datetime3">
              <a:rPr lang="en-US" smtClean="0"/>
              <a:t>15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9C11-208E-4569-A084-FE08C948F3E8}" type="datetime3">
              <a:rPr lang="en-US" smtClean="0"/>
              <a:t>15 September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1EAD-00A6-438B-A03D-D45B64C222B1}" type="datetime3">
              <a:rPr lang="en-US" smtClean="0"/>
              <a:t>15 September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99203-A952-4521-A0DF-FCA22A39A543}" type="datetime3">
              <a:rPr lang="en-US" smtClean="0"/>
              <a:t>15 September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64AF-E3E8-4C4D-970F-5F2ACC295868}" type="datetime3">
              <a:rPr lang="en-US" smtClean="0"/>
              <a:t>15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DFE92-D103-47A1-9998-2BABA71B3FD7}" type="datetime3">
              <a:rPr lang="en-US" smtClean="0"/>
              <a:t>15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54A7-D3F5-479E-9E8B-E1737ABECCEE}" type="datetime3">
              <a:rPr lang="en-US" smtClean="0"/>
              <a:t>15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C6507-6FDE-4675-A67A-D8AE4112166A}" type="datetime3">
              <a:rPr lang="en-US" smtClean="0"/>
              <a:t>15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8CE69-3ADE-4AE1-95B3-048289A44A53}" type="datetime3">
              <a:rPr lang="en-US" smtClean="0"/>
              <a:t>15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lean_fina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0" y="777240"/>
            <a:ext cx="886968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6120" y="9601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A3057"/>
                </a:solidFill>
                <a:latin typeface="Arial"/>
              </a:rPr>
              <a:t>SMART TRAFFIC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48132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45C19"/>
                </a:solidFill>
                <a:latin typeface="Arial"/>
              </a:rPr>
              <a:t>FOR UNEVEN TRAFFIC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2057400"/>
            <a:ext cx="7818120" cy="36576"/>
          </a:xfrm>
          <a:prstGeom prst="rect">
            <a:avLst/>
          </a:prstGeom>
          <a:solidFill>
            <a:srgbClr val="F45C19"/>
          </a:solidFill>
          <a:ln>
            <a:solidFill>
              <a:srgbClr val="F45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46120" y="23317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3057"/>
                </a:solidFill>
                <a:latin typeface="Arial"/>
              </a:rPr>
              <a:t>Idea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3317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Arial"/>
              </a:rPr>
              <a:t>Academic Year: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74320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3057"/>
                </a:solidFill>
                <a:latin typeface="Arial"/>
              </a:rPr>
              <a:t>Team Members &amp; Roll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090672"/>
            <a:ext cx="4023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Hiten Borkar — 40</a:t>
            </a:r>
          </a:p>
          <a:p>
            <a:pPr>
              <a:spcAft>
                <a:spcPts val="2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Naman Agrawal — 51</a:t>
            </a:r>
          </a:p>
          <a:p>
            <a:pPr>
              <a:spcAft>
                <a:spcPts val="2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Isaac David — 64</a:t>
            </a:r>
          </a:p>
          <a:p>
            <a:pPr>
              <a:spcAft>
                <a:spcPts val="2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Sara Ahmed — 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0906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3057"/>
                </a:solidFill>
                <a:latin typeface="Arial"/>
              </a:rPr>
              <a:t>Guide / Mentor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493008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rial"/>
              </a:rPr>
              <a:t>Prof. Rasika Rewatkar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0690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3057"/>
                </a:solidFill>
                <a:latin typeface="Arial"/>
              </a:rPr>
              <a:t>Department / School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462272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rial"/>
              </a:rPr>
              <a:t>School of Computer Science and Engineering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62928D-1D55-6942-79C7-EF40B6E5D6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142773"/>
          </a:xfrm>
        </p:spPr>
        <p:txBody>
          <a:bodyPr/>
          <a:lstStyle/>
          <a:p>
            <a:fld id="{164A344A-7C25-4096-80B3-54F04875A360}" type="datetime3">
              <a:rPr lang="en-US" b="1" smtClean="0"/>
              <a:t>15 September 2026</a:t>
            </a:fld>
            <a:endParaRPr lang="en-US" b="1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DFFB57C-E738-BEAA-4EC8-00AACFA7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49465"/>
            <a:ext cx="5481484" cy="142773"/>
          </a:xfrm>
        </p:spPr>
        <p:txBody>
          <a:bodyPr/>
          <a:lstStyle/>
          <a:p>
            <a:fld id="{C1FF6DA9-008F-8B48-92A6-B652298478BF}" type="slidenum">
              <a:rPr lang="en-US" b="1" smtClean="0"/>
              <a:t>1</a:t>
            </a:fld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lean_final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79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8755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What problem are we addressing?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6400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Arial"/>
              </a:defRPr>
            </a:pPr>
            <a:r>
              <a:t>• Uneven traffic distribution overloads some roads/intersections while nearby roads remain underutilized.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Arial"/>
              </a:defRPr>
            </a:pPr>
            <a:r>
              <a:t>• Peak-hour traffic causes increased congestion, longer queues, higher travel time and waiting/delay.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Arial"/>
              </a:defRPr>
            </a:pPr>
            <a:r>
              <a:t>• Available road capacity is not used efficiently.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Arial"/>
              </a:defRPr>
            </a:pPr>
            <a:r>
              <a:t>• The project focuses on a selected connected road corridor in Nagpur.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657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A3057"/>
                </a:solidFill>
                <a:latin typeface="Arial"/>
              </a:rPr>
              <a:t>Who is affected?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41648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Road users and commuters</a:t>
            </a:r>
          </a:p>
          <a:p>
            <a:pPr>
              <a:spcAft>
                <a:spcPts val="4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Traffic management authorities</a:t>
            </a:r>
          </a:p>
          <a:p>
            <a:pPr>
              <a:spcAft>
                <a:spcPts val="4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Roads/intersections facing excessive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365760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A3057"/>
                </a:solidFill>
                <a:latin typeface="Arial"/>
              </a:rPr>
              <a:t>Current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4041648"/>
            <a:ext cx="4800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rial"/>
              </a:rPr>
              <a:t>Existing approaches often focus mainly on signal control and general traffic optimization rather than specifically addressing imbalance between overloaded and underutilized roads.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3492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5C19"/>
                </a:solidFill>
                <a:latin typeface="Arial"/>
              </a:rPr>
              <a:t>Why is it important?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321808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Arial"/>
              </a:rPr>
              <a:t>Simulation can safely evaluate traffic-management strategies before real-world implementation.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7ED809-911D-EE83-D82C-DE2B426C1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401D-5697-4845-B1AC-FBFCEBAF9F1B}" type="datetime3">
              <a:rPr lang="en-US" b="1" smtClean="0"/>
              <a:t>15 September 2026</a:t>
            </a:fld>
            <a:endParaRPr lang="en-US" b="1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1BE7F1A-E94A-C0E7-B4F8-40BF5D4B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5510981" cy="365125"/>
          </a:xfrm>
        </p:spPr>
        <p:txBody>
          <a:bodyPr/>
          <a:lstStyle/>
          <a:p>
            <a:fld id="{C1FF6DA9-008F-8B48-92A6-B652298478BF}" type="slidenum">
              <a:rPr lang="en-US" b="1" smtClean="0"/>
              <a:t>2</a:t>
            </a:fld>
            <a:endParaRPr lang="en-US" b="1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3DB2B53-8CDB-4771-6FA2-93E9030B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clean_fina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326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Existing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5C19"/>
                </a:solidFill>
                <a:latin typeface="Arial"/>
              </a:rPr>
              <a:t>1. Adaptive Traffic Signal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50292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Uses Reinforcement Learning (RL) for adaptive signal control and helps optimize traffic signals.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35331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5C19"/>
                </a:solidFill>
                <a:latin typeface="Arial"/>
              </a:rPr>
              <a:t>2. SUMO-Based Traffic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700784"/>
            <a:ext cx="50292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Uses SUMO and TraCI to develop and evaluate traffic controllers.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9631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5C19"/>
                </a:solidFill>
                <a:latin typeface="Arial"/>
              </a:rPr>
              <a:t>3. Coordinated Traffic Signal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43784"/>
            <a:ext cx="50292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Uses multi-agent Reinforcement Learning for signal optimization.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49631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5C19"/>
                </a:solidFill>
                <a:latin typeface="Arial"/>
              </a:rPr>
              <a:t>4. Traffic Modelling with SUMO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843784"/>
            <a:ext cx="50292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Provides frameworks for building and simulating traffic networks.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8404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Limitations / Research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79392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Existing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279392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Limitation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42816"/>
            <a:ext cx="3246120" cy="438912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4242816"/>
            <a:ext cx="6766560" cy="438912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3246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Adaptive Signal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4681728"/>
            <a:ext cx="6766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141414"/>
                </a:solidFill>
                <a:latin typeface="Arial"/>
              </a:rPr>
              <a:t>Does not specifically address uneven traffic distribution during peak hours.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3246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SUMO Traffic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5029200"/>
            <a:ext cx="6766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141414"/>
                </a:solidFill>
                <a:latin typeface="Arial"/>
              </a:rPr>
              <a:t>Does not focus on redistribution between overloaded and underutilized roads.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76672"/>
            <a:ext cx="3246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Coordinated Signal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376672"/>
            <a:ext cx="6766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141414"/>
                </a:solidFill>
                <a:latin typeface="Arial"/>
              </a:rPr>
              <a:t>Focuses on signal coordination rather than traffic imbalance.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24144"/>
            <a:ext cx="3246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SUMO Traffic Modelling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5724144"/>
            <a:ext cx="6766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141414"/>
                </a:solidFill>
                <a:latin typeface="Arial"/>
              </a:rPr>
              <a:t>Does not specifically address peak-hour before–after strategy evaluation.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126480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5C19"/>
                </a:solidFill>
                <a:latin typeface="Arial"/>
              </a:rPr>
              <a:t>Research Gap: identify uneven traffic distribution, classify congestion using ML, and compare traffic-management strategies for separate peak periods.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2F8DD9-3A0D-0D58-C6C3-A62DB6663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4B64B-D058-4C9D-B90F-73A114C5B297}" type="datetime3">
              <a:rPr lang="en-US" b="1" smtClean="0"/>
              <a:t>15 September 2026</a:t>
            </a:fld>
            <a:endParaRPr lang="en-US" b="1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43C2011-1D8A-35BB-E0AD-8210F8CED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5451987" cy="365125"/>
          </a:xfrm>
        </p:spPr>
        <p:txBody>
          <a:bodyPr/>
          <a:lstStyle/>
          <a:p>
            <a:fld id="{C1FF6DA9-008F-8B48-92A6-B652298478BF}" type="slidenum">
              <a:rPr lang="en-US" b="1" smtClean="0"/>
              <a:t>3</a:t>
            </a:fld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clean_fina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14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Project Idea &amp; Proposed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53312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rial"/>
              </a:rPr>
              <a:t>Develop a Smart Traffic Management System using traffic simulation and Machine Learning to identify congestion and evaluate suitable traffic-management strategies.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48840"/>
            <a:ext cx="438912" cy="438912"/>
          </a:xfrm>
          <a:prstGeom prst="ellipse">
            <a:avLst/>
          </a:prstGeom>
          <a:solidFill>
            <a:srgbClr val="F45C19"/>
          </a:solidFill>
          <a:ln>
            <a:solidFill>
              <a:srgbClr val="F45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23113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21408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141414"/>
                </a:solidFill>
                <a:latin typeface="Arial"/>
              </a:rPr>
              <a:t>Obtain selected Nagpur corridor from OpenStreetMap (OSM).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2148840"/>
            <a:ext cx="438912" cy="438912"/>
          </a:xfrm>
          <a:prstGeom prst="ellipse">
            <a:avLst/>
          </a:prstGeom>
          <a:solidFill>
            <a:srgbClr val="F45C19"/>
          </a:solidFill>
          <a:ln>
            <a:solidFill>
              <a:srgbClr val="F45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23113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121408"/>
            <a:ext cx="4572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41414"/>
                </a:solidFill>
                <a:latin typeface="Arial"/>
              </a:rPr>
              <a:t>Convert and configure the road network in SUMO.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26080"/>
            <a:ext cx="438912" cy="438912"/>
          </a:xfrm>
          <a:prstGeom prst="ellipse">
            <a:avLst/>
          </a:prstGeom>
          <a:solidFill>
            <a:srgbClr val="F45C19"/>
          </a:solidFill>
          <a:ln>
            <a:solidFill>
              <a:srgbClr val="F45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00837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98648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141414"/>
                </a:solidFill>
                <a:latin typeface="Arial"/>
              </a:rPr>
              <a:t>Generate demand for 9 AM–12 Noon and 4 PM–7 PM.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926080"/>
            <a:ext cx="438912" cy="438912"/>
          </a:xfrm>
          <a:prstGeom prst="ellipse">
            <a:avLst/>
          </a:prstGeom>
          <a:solidFill>
            <a:srgbClr val="F45C19"/>
          </a:solidFill>
          <a:ln>
            <a:solidFill>
              <a:srgbClr val="F45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300837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898648"/>
            <a:ext cx="45720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dirty="0">
                <a:solidFill>
                  <a:srgbClr val="141414"/>
                </a:solidFill>
                <a:latin typeface="Arial"/>
              </a:rPr>
              <a:t>Run baseline simulation and </a:t>
            </a:r>
            <a:r>
              <a:rPr sz="1300" b="0" dirty="0" err="1">
                <a:solidFill>
                  <a:srgbClr val="141414"/>
                </a:solidFill>
                <a:latin typeface="Arial"/>
              </a:rPr>
              <a:t>analyse</a:t>
            </a:r>
            <a:r>
              <a:rPr sz="1300" b="0" dirty="0">
                <a:solidFill>
                  <a:srgbClr val="141414"/>
                </a:solidFill>
                <a:latin typeface="Arial"/>
              </a:rPr>
              <a:t> overloaded/underutilized locations.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03320"/>
            <a:ext cx="438912" cy="438912"/>
          </a:xfrm>
          <a:prstGeom prst="ellipse">
            <a:avLst/>
          </a:prstGeom>
          <a:solidFill>
            <a:srgbClr val="F45C19"/>
          </a:solidFill>
          <a:ln>
            <a:solidFill>
              <a:srgbClr val="F45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785615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75887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141414"/>
                </a:solidFill>
                <a:latin typeface="Arial"/>
              </a:rPr>
              <a:t>Use ML to classify congestion as Low, Medium or High.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703320"/>
            <a:ext cx="438912" cy="438912"/>
          </a:xfrm>
          <a:prstGeom prst="ellipse">
            <a:avLst/>
          </a:prstGeom>
          <a:solidFill>
            <a:srgbClr val="F45C19"/>
          </a:solidFill>
          <a:ln>
            <a:solidFill>
              <a:srgbClr val="F45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785615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675887"/>
            <a:ext cx="4572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41414"/>
                </a:solidFill>
                <a:latin typeface="Arial"/>
              </a:rPr>
              <a:t>Simulate alternative traffic-management strategies.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480560"/>
            <a:ext cx="438912" cy="438912"/>
          </a:xfrm>
          <a:prstGeom prst="ellipse">
            <a:avLst/>
          </a:prstGeom>
          <a:solidFill>
            <a:srgbClr val="F45C19"/>
          </a:solidFill>
          <a:ln>
            <a:solidFill>
              <a:srgbClr val="F45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56285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53128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141414"/>
                </a:solidFill>
                <a:latin typeface="Arial"/>
              </a:rPr>
              <a:t>Compare baseline and managed scenarios using traffic KPIs.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663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5C19"/>
                </a:solidFill>
                <a:latin typeface="Arial"/>
              </a:rPr>
              <a:t>Key Innovation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074920"/>
            <a:ext cx="8046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3057"/>
                </a:solidFill>
                <a:latin typeface="Arial"/>
              </a:rPr>
              <a:t>Focus on uneven traffic distribution and period-specific management rather than only optimizing individual traffic signals.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5C19"/>
                </a:solidFill>
                <a:latin typeface="Arial"/>
              </a:rPr>
              <a:t>Expected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71500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41414"/>
                </a:solidFill>
                <a:latin typeface="Arial"/>
              </a:rPr>
              <a:t>Recommend a suitable traffic-management strategy separately for morning and evening peak periods.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98116-FEE3-4C0A-902E-0FA60F759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7796-75BF-489E-A3C6-9AA29A946671}" type="datetime3">
              <a:rPr lang="en-US" b="1" smtClean="0"/>
              <a:t>15 September 2026</a:t>
            </a:fld>
            <a:endParaRPr lang="en-US" b="1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5AE153C0-6C0D-25CC-2189-DF5990F92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5442155" cy="365125"/>
          </a:xfrm>
        </p:spPr>
        <p:txBody>
          <a:bodyPr/>
          <a:lstStyle/>
          <a:p>
            <a:fld id="{C1FF6DA9-008F-8B48-92A6-B652298478BF}" type="slidenum">
              <a:rPr lang="en-US" b="1" smtClean="0"/>
              <a:t>4</a:t>
            </a:fld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clean_fina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14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5C19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755648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3057"/>
                </a:solidFill>
                <a:latin typeface="Arial"/>
              </a:rPr>
              <a:t>Traffic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12848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Develop a SUMO-based simulation model representing the selected Nagpur corridor and traffic demand.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5C19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755648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3057"/>
                </a:solidFill>
                <a:latin typeface="Arial"/>
              </a:rPr>
              <a:t>Traffic &amp; Congestion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12848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Analyse vehicle count, average speed, queue length, road/intersection and time period to identify congestion-prone and underutilized locations.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4612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383279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5C19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355848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3057"/>
                </a:solidFill>
                <a:latin typeface="Arial"/>
              </a:rPr>
              <a:t>ML Congestion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13048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Develop an ML-based model to classify traffic congestion into Low → Medium → High.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24612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383279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5C19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355848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3057"/>
                </a:solidFill>
                <a:latin typeface="Arial"/>
              </a:rPr>
              <a:t>Strategy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13048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Simulate and compare alternative traffic-management strategies for 9 AM–12 Noon and 4 PM–7 PM.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5C19"/>
                </a:solidFill>
                <a:latin typeface="Arial"/>
              </a:rPr>
              <a:t>Expected measurable targets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6928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0A3057"/>
                </a:solidFill>
                <a:latin typeface="Arial"/>
              </a:rPr>
              <a:t>Waiting time  |  Queue length  |  Travel time  |  Average speed  |  Throughput  |  Network delay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255616-9256-5D72-3A74-88AC8B2F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529CB-9198-42C5-AE61-C173E7507FD1}" type="datetime3">
              <a:rPr lang="en-US" b="1" smtClean="0"/>
              <a:t>15 September 2026</a:t>
            </a:fld>
            <a:endParaRPr lang="en-US" b="1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321640B-2D64-A60C-C236-6D8DE32C2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5432323" cy="365125"/>
          </a:xfrm>
        </p:spPr>
        <p:txBody>
          <a:bodyPr/>
          <a:lstStyle/>
          <a:p>
            <a:fld id="{C1FF6DA9-008F-8B48-92A6-B652298478BF}" type="slidenum">
              <a:rPr lang="en-US" b="1" smtClean="0"/>
              <a:t>5</a:t>
            </a:fld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clean_final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987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14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SYSTEM ARCHITECTURE /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63624"/>
            <a:ext cx="1691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28216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A3057"/>
                </a:solidFill>
                <a:latin typeface="Arial"/>
              </a:rPr>
              <a:t>OSM Road Network
+ Traffic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819656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5C19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563624"/>
            <a:ext cx="1691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0" y="1728216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A3057"/>
                </a:solidFill>
                <a:latin typeface="Arial"/>
              </a:rPr>
              <a:t>Peak-Hour
Traffic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19656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5C19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563624"/>
            <a:ext cx="1691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59" y="1728216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A3057"/>
                </a:solidFill>
                <a:latin typeface="Arial"/>
              </a:rPr>
              <a:t>SUMO Baseline
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819656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5C19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563624"/>
            <a:ext cx="1691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1728216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A3057"/>
                </a:solidFill>
                <a:latin typeface="Arial"/>
              </a:rPr>
              <a:t>Traffic &amp;
Congestion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819656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5C19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1563624"/>
            <a:ext cx="1691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55480" y="1728216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A3057"/>
                </a:solidFill>
                <a:latin typeface="Arial"/>
              </a:rPr>
              <a:t>ML Congestion
Classification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19" y="2788920"/>
            <a:ext cx="2148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5960" y="2944368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A3057"/>
                </a:solidFill>
                <a:latin typeface="Arial"/>
              </a:rPr>
              <a:t>Traffic-Management
Scenarios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0358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5C19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2788920"/>
            <a:ext cx="2148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2944368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A3057"/>
                </a:solidFill>
                <a:latin typeface="Arial"/>
              </a:rPr>
              <a:t>KPI
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0358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5C19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788920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43800" y="2944368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A3057"/>
                </a:solidFill>
                <a:latin typeface="Arial"/>
              </a:rPr>
              <a:t>Recommended Traffic
Management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69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5C19"/>
                </a:solidFill>
                <a:latin typeface="Arial"/>
              </a:rPr>
              <a:t>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43484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OSM road network • Traffic demand • Vehicle count • Road capacity • Time period • Location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069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5C19"/>
                </a:solidFill>
                <a:latin typeface="Arial"/>
              </a:rPr>
              <a:t>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43484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SUMO simulation • Traffic-flow analysis • Congestion identification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069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5C19"/>
                </a:solidFill>
                <a:latin typeface="Arial"/>
              </a:rPr>
              <a:t>AI / ALGORITHM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43484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057"/>
                </a:solidFill>
                <a:latin typeface="Arial"/>
              </a:rPr>
              <a:t>ML-based congestion classification:
Low → Medium → 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7150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5C19"/>
                </a:solidFill>
                <a:latin typeface="Arial"/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62356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141414"/>
                </a:solidFill>
                <a:latin typeface="Arial"/>
              </a:rPr>
              <a:t>Congestion locations • Congestion levels • Scenario performance • KPI comparison • Recommended strategy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45CDAC-A286-0399-9C4F-BC7A448E0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AF15C-8D86-43EE-8737-C03B496BB88F}" type="datetime3">
              <a:rPr lang="en-US" b="1" smtClean="0"/>
              <a:t>15 September 2026</a:t>
            </a:fld>
            <a:endParaRPr lang="en-US" b="1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DAA0EEDB-E5F9-1616-95BA-A38EC419D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5510981" cy="365125"/>
          </a:xfrm>
        </p:spPr>
        <p:txBody>
          <a:bodyPr/>
          <a:lstStyle/>
          <a:p>
            <a:fld id="{C1FF6DA9-008F-8B48-92A6-B652298478BF}" type="slidenum">
              <a:rPr lang="en-US" b="1" smtClean="0"/>
              <a:t>6</a:t>
            </a:fld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clean_final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14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664207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5C19"/>
                </a:solidFill>
                <a:latin typeface="Arial"/>
              </a:rPr>
              <a:t>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984248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55448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0288" y="1664207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5C19"/>
                </a:solidFill>
                <a:latin typeface="Arial"/>
              </a:rPr>
              <a:t>Traffic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984248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SUMO + TraCI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55448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93607" y="1664207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5C19"/>
                </a:solidFill>
                <a:latin typeface="Arial"/>
              </a:rPr>
              <a:t>Road Network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7" y="1984248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OpenStreetMap (OSM)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5176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76148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5C19"/>
                </a:solidFill>
                <a:latin typeface="Arial"/>
              </a:rPr>
              <a:t>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081528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Python-based traffic congestion prediction/classification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265176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276148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5C19"/>
                </a:solidFill>
                <a:latin typeface="Arial"/>
              </a:rPr>
              <a:t>Data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081528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Pandas + NumPy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65176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93607" y="276148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5C19"/>
                </a:solidFill>
                <a:latin typeface="Arial"/>
              </a:rPr>
              <a:t>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7" y="3081528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Matplotlib + Streamlit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5196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A3057"/>
                </a:solidFill>
                <a:latin typeface="Arial"/>
              </a:rPr>
              <a:t>Implementation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17720"/>
            <a:ext cx="10058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70">
                <a:solidFill>
                  <a:srgbClr val="141414"/>
                </a:solidFill>
                <a:latin typeface="Arial"/>
              </a:defRPr>
            </a:pPr>
            <a:r>
              <a:t>• Road Network Preparation — extract corridor from OSM, convert to SUMO, configure roads/intersections/capacities.</a:t>
            </a:r>
          </a:p>
          <a:p>
            <a:pPr>
              <a:spcAft>
                <a:spcPts val="200"/>
              </a:spcAft>
              <a:defRPr sz="1170">
                <a:solidFill>
                  <a:srgbClr val="141414"/>
                </a:solidFill>
                <a:latin typeface="Arial"/>
              </a:defRPr>
            </a:pPr>
            <a:r>
              <a:t>• Traffic Demand Generation — create morning/evening demand, vehicle routes and traffic volumes.</a:t>
            </a:r>
          </a:p>
          <a:p>
            <a:pPr>
              <a:spcAft>
                <a:spcPts val="200"/>
              </a:spcAft>
              <a:defRPr sz="1170">
                <a:solidFill>
                  <a:srgbClr val="141414"/>
                </a:solidFill>
                <a:latin typeface="Arial"/>
              </a:defRPr>
            </a:pPr>
            <a:r>
              <a:t>• Baseline Simulation — run initial SUMO scenario and collect traffic parameters.</a:t>
            </a:r>
          </a:p>
          <a:p>
            <a:pPr>
              <a:spcAft>
                <a:spcPts val="200"/>
              </a:spcAft>
              <a:defRPr sz="1170">
                <a:solidFill>
                  <a:srgbClr val="141414"/>
                </a:solidFill>
                <a:latin typeface="Arial"/>
              </a:defRPr>
            </a:pPr>
            <a:r>
              <a:t>• ML Classification — feed selected parameters into ML model and classify Low/Medium/High.</a:t>
            </a:r>
          </a:p>
          <a:p>
            <a:pPr>
              <a:spcAft>
                <a:spcPts val="200"/>
              </a:spcAft>
              <a:defRPr sz="1170">
                <a:solidFill>
                  <a:srgbClr val="141414"/>
                </a:solidFill>
                <a:latin typeface="Arial"/>
              </a:defRPr>
            </a:pPr>
            <a:r>
              <a:t>• Scenario Simulation — test signal-timing adjustment, route redistribution and controlled traffic-flow changes.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5D6141-D94F-E2E0-84BE-38E52F2FA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0154-C0FD-4197-8F5C-B7284CC224D6}" type="datetime3">
              <a:rPr lang="en-US" b="1" smtClean="0"/>
              <a:t>15 September 2026</a:t>
            </a:fld>
            <a:endParaRPr lang="en-US" b="1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74245B93-7CE8-1AD4-A260-83C91C2BF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5442156" cy="365125"/>
          </a:xfrm>
        </p:spPr>
        <p:txBody>
          <a:bodyPr/>
          <a:lstStyle/>
          <a:p>
            <a:fld id="{C1FF6DA9-008F-8B48-92A6-B652298478BF}" type="slidenum">
              <a:rPr lang="en-US" b="1" smtClean="0"/>
              <a:t>7</a:t>
            </a:fld>
            <a:endParaRPr 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lean_final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6012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RESULTS /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/>
            </a:pPr>
            <a:r>
              <a:rPr sz="1400" b="1">
                <a:solidFill>
                  <a:srgbClr val="F45C19"/>
                </a:solidFill>
                <a:latin typeface="Arial"/>
              </a:rPr>
              <a:t>No final experimental numerical results are provided yet; this slide therefore presents the planned prototype/results.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SUMO road-network model for the selected Nagpur corridor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Morning peak simulation: 9 AM–12 Noon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Evening peak simulation: 4 PM–7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Congestion-prone road/intersection 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ML congestion classification: Low / Medium /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Baseline vs managed scenario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Traffic performance visualizations/dashboard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0916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Recommended traffic-management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2064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3057"/>
                </a:solidFill>
                <a:latin typeface="Arial"/>
              </a:rPr>
              <a:t>Key Performance Indicators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/>
            </a:pPr>
            <a:r>
              <a:rPr sz="1250" b="1">
                <a:solidFill>
                  <a:srgbClr val="F45C19"/>
                </a:solidFill>
                <a:latin typeface="Arial"/>
              </a:rPr>
              <a:t>Average Waiting Time  |  Queue Length  |  Travel Time  |  Average Speed  |  Throughput  |  Network Delay</a:t>
            </a:r>
          </a:p>
        </p:txBody>
      </p:sp>
      <p:pic>
        <p:nvPicPr>
          <p:cNvPr id="17" name="Picture 16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755648"/>
            <a:ext cx="3794760" cy="2057400"/>
          </a:xfrm>
          <a:prstGeom prst="rect">
            <a:avLst/>
          </a:prstGeom>
        </p:spPr>
      </p:pic>
      <p:pic>
        <p:nvPicPr>
          <p:cNvPr id="18" name="Picture 17" descr="kpi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069080"/>
            <a:ext cx="3794760" cy="9144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ACFA7-2851-0665-DD83-AC85D79F5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CCCAD-B8DF-4A03-B1A3-44967D0C2EA3}" type="datetime3">
              <a:rPr lang="en-US" b="1" smtClean="0"/>
              <a:t>15 September 2026</a:t>
            </a:fld>
            <a:endParaRPr lang="en-US" b="1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C70415D-0B83-D7C2-E48E-5EEB3AAB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5422490" cy="365125"/>
          </a:xfrm>
        </p:spPr>
        <p:txBody>
          <a:bodyPr/>
          <a:lstStyle/>
          <a:p>
            <a:fld id="{C1FF6DA9-008F-8B48-92A6-B652298478BF}" type="slidenum">
              <a:rPr lang="en-US" b="1" smtClean="0"/>
              <a:t>8</a:t>
            </a:fld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lean_final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14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A3057"/>
                </a:solidFill>
                <a:latin typeface="Arial"/>
              </a:rPr>
              <a:t>INNOVATION, IMPACT, DELIVERABLES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45C19"/>
                </a:solidFill>
                <a:latin typeface="Arial"/>
              </a:rPr>
              <a:t>★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64792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Focuses on uneven traffic distribution, not only signal optimization.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Uses ML-based congestion classification.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Evaluates strategies separately for morning and evening peak periods.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Uses simulation for safe before–after strategy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258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45C19"/>
                </a:solidFill>
                <a:latin typeface="Arial"/>
              </a:rPr>
              <a:t>↗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764792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Better identification of overloaded roads/intersections.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Improved understanding of underutilized road capacity.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Data-driven traffic-management decisions.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Reduced dependency on trial-and-error real-world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45C19"/>
                </a:solidFill>
                <a:latin typeface="Arial"/>
              </a:rPr>
              <a:t>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96512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OSM-based SUMO road network and traffic-demand scenarios.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Baseline and managed traffic simulations.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ML congestion classification and KPI comparison.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Visualization/dashboard and recommended traffic-management plans.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45C19"/>
                </a:solidFill>
                <a:latin typeface="Arial"/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096512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Extension to additional road corridors.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More detailed traffic-demand data.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More advanced adaptive traffic-control techniques.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Potential integration with real-world traffic systems in future.</a:t>
            </a:r>
          </a:p>
        </p:txBody>
      </p:sp>
      <p:pic>
        <p:nvPicPr>
          <p:cNvPr id="13" name="Picture 12" descr="sd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892040"/>
            <a:ext cx="4297680" cy="109728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ABD6E0-CBD8-4791-61C6-D97948AE6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29EB1-4C86-4FCC-91E5-96C707339B5B}" type="datetime3">
              <a:rPr lang="en-US" b="1" smtClean="0"/>
              <a:t>15 September 2026</a:t>
            </a:fld>
            <a:endParaRPr lang="en-US" b="1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2EC72B-D82C-A37B-C397-C5AB8FCC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5422490" cy="365125"/>
          </a:xfrm>
        </p:spPr>
        <p:txBody>
          <a:bodyPr/>
          <a:lstStyle/>
          <a:p>
            <a:fld id="{C1FF6DA9-008F-8B48-92A6-B652298478BF}" type="slidenum">
              <a:rPr lang="en-US" b="1" smtClean="0"/>
              <a:t>9</a:t>
            </a:fld>
            <a:endParaRPr lang="en-US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lean_fina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14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5331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5C19"/>
                </a:solidFill>
                <a:latin typeface="Arial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41414"/>
                </a:solidFill>
                <a:latin typeface="Arial"/>
              </a:rPr>
              <a:t>The proposed Smart Traffic Management System provides a simulation-based approach for addressing uneven traffic distribution in a selected Nagpur road corridor. It models traffic using OSM and SUMO, analyses peak-hour conditions, identifies overloaded/underutilized locations, classifies congestion using ML, tests alternative strategies and compares them using defined KPIs.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077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5C19"/>
                </a:solidFill>
                <a:latin typeface="Arial"/>
              </a:rPr>
              <a:t>Scope Limitation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73552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The project is limited to simulation and decision support. It does not directly control real traffic signals, deploy roadside hardware, or implement irreversible real-world traffic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3057"/>
                </a:solidFill>
                <a:latin typeface="Arial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98848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19">
                <a:solidFill>
                  <a:srgbClr val="141414"/>
                </a:solidFill>
                <a:latin typeface="Arial"/>
              </a:defRPr>
            </a:pPr>
            <a:r>
              <a:t>• 1. Riehl, K., Kouvelas, A. &amp; Makridis, M. A. — sumoITScontrol: Traffic Controller Collection for SUMO Traffic Simulations, 2026.</a:t>
            </a:r>
          </a:p>
          <a:p>
            <a:pPr>
              <a:spcAft>
                <a:spcPts val="100"/>
              </a:spcAft>
              <a:defRPr sz="1019">
                <a:solidFill>
                  <a:srgbClr val="141414"/>
                </a:solidFill>
                <a:latin typeface="Arial"/>
              </a:defRPr>
            </a:pPr>
            <a:r>
              <a:t>• 2. Reinforcement Learning for Adaptive Traffic Signal Control: An Overview, Transportation Research Procedia, 2026.</a:t>
            </a:r>
          </a:p>
          <a:p>
            <a:pPr>
              <a:spcAft>
                <a:spcPts val="100"/>
              </a:spcAft>
              <a:defRPr sz="1019">
                <a:solidFill>
                  <a:srgbClr val="141414"/>
                </a:solidFill>
                <a:latin typeface="Arial"/>
              </a:defRPr>
            </a:pPr>
            <a:r>
              <a:t>• 3. Ren, A. D., Zhang, B. G., Chang, F. &amp; Huang, H. — Two-step deep reinforcement learning for traffic signal control, 2025.</a:t>
            </a:r>
          </a:p>
          <a:p>
            <a:pPr>
              <a:spcAft>
                <a:spcPts val="100"/>
              </a:spcAft>
              <a:defRPr sz="1019">
                <a:solidFill>
                  <a:srgbClr val="141414"/>
                </a:solidFill>
                <a:latin typeface="Arial"/>
              </a:defRPr>
            </a:pPr>
            <a:r>
              <a:t>• 4. Ren, F., Dong, W., Zhao, X., Zhang, F., Kong, Y. &amp; Yang, Q. — Two-layer coordinated reinforcement learning for traffic signal control in traffic network, 2024.</a:t>
            </a:r>
          </a:p>
          <a:p>
            <a:pPr>
              <a:spcAft>
                <a:spcPts val="100"/>
              </a:spcAft>
              <a:defRPr sz="1019">
                <a:solidFill>
                  <a:srgbClr val="141414"/>
                </a:solidFill>
                <a:latin typeface="Arial"/>
              </a:defRPr>
            </a:pPr>
            <a:r>
              <a:t>• 5. Guastella, D. A., Montero-Porras, E., Morales-Hernández, A. &amp; Bontempi, G. — Traffic Modeling with SUMO: A Tutorial, 2023.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149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A3057"/>
                </a:solidFill>
                <a:latin typeface="Arial"/>
              </a:rPr>
              <a:t>Hiten Borkar • Naman Agrawal • Isaac David • Sara Ahmed  |  Prof. Rasika Rewatkar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BE3AB6-41CD-8145-EDA5-A4D33379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CEB9-5306-4EE5-876E-C473110BA06C}" type="datetime3">
              <a:rPr lang="en-US" b="1" smtClean="0"/>
              <a:t>15 September 2026</a:t>
            </a:fld>
            <a:endParaRPr lang="en-US" b="1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6D9717F-8DE9-7AF0-016C-2F9DD4FD6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5451987" cy="365125"/>
          </a:xfrm>
        </p:spPr>
        <p:txBody>
          <a:bodyPr/>
          <a:lstStyle/>
          <a:p>
            <a:fld id="{C1FF6DA9-008F-8B48-92A6-B652298478BF}" type="slidenum">
              <a:rPr lang="en-US" b="1" smtClean="0"/>
              <a:t>10</a:t>
            </a:fld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1331</Words>
  <Application>Microsoft Office PowerPoint</Application>
  <PresentationFormat>Widescreen</PresentationFormat>
  <Paragraphs>191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ISAAC DAVID</cp:lastModifiedBy>
  <cp:revision>2</cp:revision>
  <dcterms:created xsi:type="dcterms:W3CDTF">2013-01-27T09:14:16Z</dcterms:created>
  <dcterms:modified xsi:type="dcterms:W3CDTF">2026-09-15T04:05:02Z</dcterms:modified>
  <cp:category/>
</cp:coreProperties>
</file>